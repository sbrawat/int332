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65700" y="2483484"/>
            <a:ext cx="2273300" cy="941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607377"/>
            <a:ext cx="6642734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02288"/>
            <a:ext cx="10239375" cy="4398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your-email@gmail.co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yaccount.google.com/apppassword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212harsh/html-jenkins-app.gi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brahmachary873@gmail.co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-340" dirty="0"/>
              <a:t>Jenkins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4913629" y="3582987"/>
            <a:ext cx="2378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latin typeface="Trebuchet MS"/>
                <a:cs typeface="Trebuchet MS"/>
              </a:rPr>
              <a:t>Email-</a:t>
            </a:r>
            <a:r>
              <a:rPr sz="2400" spc="-55" dirty="0">
                <a:latin typeface="Trebuchet MS"/>
                <a:cs typeface="Trebuchet MS"/>
              </a:rPr>
              <a:t>notification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80" dirty="0"/>
              <a:t>Email</a:t>
            </a:r>
            <a:r>
              <a:rPr spc="-505" dirty="0"/>
              <a:t> </a:t>
            </a:r>
            <a:r>
              <a:rPr spc="-265" dirty="0"/>
              <a:t>configuration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381125"/>
            <a:ext cx="11268075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07377"/>
            <a:ext cx="313563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80" dirty="0"/>
              <a:t>Go</a:t>
            </a:r>
            <a:r>
              <a:rPr spc="-445" dirty="0"/>
              <a:t> </a:t>
            </a:r>
            <a:r>
              <a:rPr spc="-295" dirty="0"/>
              <a:t>to</a:t>
            </a:r>
            <a:r>
              <a:rPr spc="-440" dirty="0"/>
              <a:t> </a:t>
            </a:r>
            <a:r>
              <a:rPr spc="-160" dirty="0"/>
              <a:t>settings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075" y="1828800"/>
            <a:ext cx="7943850" cy="435292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40" dirty="0"/>
              <a:t>Jenkins</a:t>
            </a:r>
            <a:r>
              <a:rPr spc="-470" dirty="0"/>
              <a:t> </a:t>
            </a:r>
            <a:r>
              <a:rPr spc="-180" dirty="0"/>
              <a:t>credentials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333" y="1823708"/>
            <a:ext cx="9865867" cy="4215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0" dirty="0"/>
              <a:t>Make</a:t>
            </a:r>
            <a:r>
              <a:rPr spc="-420" dirty="0"/>
              <a:t> </a:t>
            </a:r>
            <a:r>
              <a:rPr spc="-295" dirty="0"/>
              <a:t>the</a:t>
            </a:r>
            <a:r>
              <a:rPr spc="-484" dirty="0"/>
              <a:t> </a:t>
            </a:r>
            <a:r>
              <a:rPr spc="-229" dirty="0"/>
              <a:t>configuration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050" y="3238436"/>
            <a:ext cx="919162" cy="73818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58239" y="4100195"/>
            <a:ext cx="7105650" cy="9525"/>
          </a:xfrm>
          <a:custGeom>
            <a:avLst/>
            <a:gdLst/>
            <a:ahLst/>
            <a:cxnLst/>
            <a:rect l="l" t="t" r="r" b="b"/>
            <a:pathLst>
              <a:path w="7105650" h="9525">
                <a:moveTo>
                  <a:pt x="7105650" y="0"/>
                </a:moveTo>
                <a:lnTo>
                  <a:pt x="0" y="0"/>
                </a:lnTo>
                <a:lnTo>
                  <a:pt x="0" y="9524"/>
                </a:lnTo>
                <a:lnTo>
                  <a:pt x="7105650" y="9524"/>
                </a:lnTo>
                <a:lnTo>
                  <a:pt x="7105650" y="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7575" y="1702288"/>
            <a:ext cx="9158605" cy="348869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b="1" spc="-50" dirty="0">
                <a:latin typeface="Trebuchet MS"/>
                <a:cs typeface="Trebuchet MS"/>
              </a:rPr>
              <a:t>Kind</a:t>
            </a:r>
            <a:r>
              <a:rPr sz="2750" spc="-50" dirty="0">
                <a:latin typeface="Trebuchet MS"/>
                <a:cs typeface="Trebuchet MS"/>
              </a:rPr>
              <a:t>:</a:t>
            </a:r>
            <a:r>
              <a:rPr sz="2750" spc="-210" dirty="0">
                <a:latin typeface="Trebuchet MS"/>
                <a:cs typeface="Trebuchet MS"/>
              </a:rPr>
              <a:t> </a:t>
            </a:r>
            <a:r>
              <a:rPr sz="2750" dirty="0">
                <a:latin typeface="Consolas"/>
                <a:cs typeface="Consolas"/>
              </a:rPr>
              <a:t>Username</a:t>
            </a:r>
            <a:r>
              <a:rPr sz="2750" spc="140" dirty="0">
                <a:latin typeface="Consolas"/>
                <a:cs typeface="Consolas"/>
              </a:rPr>
              <a:t> </a:t>
            </a:r>
            <a:r>
              <a:rPr sz="2750" dirty="0">
                <a:latin typeface="Consolas"/>
                <a:cs typeface="Consolas"/>
              </a:rPr>
              <a:t>with</a:t>
            </a:r>
            <a:r>
              <a:rPr sz="2750" spc="135" dirty="0">
                <a:latin typeface="Consolas"/>
                <a:cs typeface="Consolas"/>
              </a:rPr>
              <a:t> </a:t>
            </a:r>
            <a:r>
              <a:rPr sz="2750" spc="-10" dirty="0">
                <a:latin typeface="Consolas"/>
                <a:cs typeface="Consolas"/>
              </a:rPr>
              <a:t>password</a:t>
            </a:r>
            <a:endParaRPr sz="275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b="1" dirty="0">
                <a:latin typeface="Trebuchet MS"/>
                <a:cs typeface="Trebuchet MS"/>
              </a:rPr>
              <a:t>Scope</a:t>
            </a:r>
            <a:r>
              <a:rPr sz="2750" dirty="0">
                <a:latin typeface="Trebuchet MS"/>
                <a:cs typeface="Trebuchet MS"/>
              </a:rPr>
              <a:t>:</a:t>
            </a:r>
            <a:r>
              <a:rPr sz="2750" spc="-70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Consolas"/>
                <a:cs typeface="Consolas"/>
              </a:rPr>
              <a:t>Global</a:t>
            </a:r>
            <a:endParaRPr sz="275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750" b="1" dirty="0">
                <a:latin typeface="Trebuchet MS"/>
                <a:cs typeface="Trebuchet MS"/>
              </a:rPr>
              <a:t>Username</a:t>
            </a:r>
            <a:r>
              <a:rPr sz="2750" dirty="0">
                <a:latin typeface="Trebuchet MS"/>
                <a:cs typeface="Trebuchet MS"/>
              </a:rPr>
              <a:t>:</a:t>
            </a:r>
            <a:r>
              <a:rPr sz="2750" spc="-155" dirty="0">
                <a:latin typeface="Trebuchet MS"/>
                <a:cs typeface="Trebuchet MS"/>
              </a:rPr>
              <a:t> </a:t>
            </a:r>
            <a:r>
              <a:rPr sz="275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your-</a:t>
            </a:r>
            <a:r>
              <a:rPr sz="275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email@gmail.com</a:t>
            </a:r>
            <a:endParaRPr sz="2750">
              <a:latin typeface="Consolas"/>
              <a:cs typeface="Consolas"/>
            </a:endParaRPr>
          </a:p>
          <a:p>
            <a:pPr marL="241300" marR="1696085" indent="-229235">
              <a:lnSpc>
                <a:spcPts val="308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  <a:tab pos="2550160" algn="l"/>
              </a:tabLst>
            </a:pPr>
            <a:r>
              <a:rPr sz="2750" b="1" spc="-10" dirty="0">
                <a:latin typeface="Trebuchet MS"/>
                <a:cs typeface="Trebuchet MS"/>
              </a:rPr>
              <a:t>Password</a:t>
            </a:r>
            <a:r>
              <a:rPr sz="2750" spc="-10" dirty="0">
                <a:latin typeface="Trebuchet MS"/>
                <a:cs typeface="Trebuchet MS"/>
              </a:rPr>
              <a:t>:</a:t>
            </a:r>
            <a:r>
              <a:rPr sz="2750" dirty="0">
                <a:latin typeface="Trebuchet MS"/>
                <a:cs typeface="Trebuchet MS"/>
              </a:rPr>
              <a:t>	</a:t>
            </a:r>
            <a:r>
              <a:rPr sz="2750" b="1" dirty="0">
                <a:latin typeface="Trebuchet MS"/>
                <a:cs typeface="Trebuchet MS"/>
              </a:rPr>
              <a:t>App</a:t>
            </a:r>
            <a:r>
              <a:rPr sz="2750" b="1" spc="-40" dirty="0">
                <a:latin typeface="Trebuchet MS"/>
                <a:cs typeface="Trebuchet MS"/>
              </a:rPr>
              <a:t> </a:t>
            </a:r>
            <a:r>
              <a:rPr sz="2750" b="1" dirty="0">
                <a:latin typeface="Trebuchet MS"/>
                <a:cs typeface="Trebuchet MS"/>
              </a:rPr>
              <a:t>Password</a:t>
            </a:r>
            <a:r>
              <a:rPr sz="2750" b="1" spc="-95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(from </a:t>
            </a:r>
            <a:r>
              <a:rPr sz="2750" spc="-40" dirty="0">
                <a:solidFill>
                  <a:srgbClr val="467885"/>
                </a:solidFill>
                <a:latin typeface="Trebuchet MS"/>
                <a:cs typeface="Trebuchet MS"/>
                <a:hlinkClick r:id="rId4"/>
              </a:rPr>
              <a:t>https://myaccount.google.com/apppasswords</a:t>
            </a:r>
            <a:r>
              <a:rPr sz="2750" spc="-40" dirty="0">
                <a:latin typeface="Trebuchet MS"/>
                <a:cs typeface="Trebuchet MS"/>
              </a:rPr>
              <a:t>)</a:t>
            </a:r>
            <a:endParaRPr sz="27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b="1" dirty="0">
                <a:latin typeface="Trebuchet MS"/>
                <a:cs typeface="Trebuchet MS"/>
              </a:rPr>
              <a:t>ID</a:t>
            </a:r>
            <a:r>
              <a:rPr sz="2750" dirty="0">
                <a:latin typeface="Trebuchet MS"/>
                <a:cs typeface="Trebuchet MS"/>
              </a:rPr>
              <a:t>:</a:t>
            </a:r>
            <a:r>
              <a:rPr sz="2750" spc="-160" dirty="0">
                <a:latin typeface="Trebuchet MS"/>
                <a:cs typeface="Trebuchet MS"/>
              </a:rPr>
              <a:t> </a:t>
            </a:r>
            <a:r>
              <a:rPr sz="2750" dirty="0">
                <a:latin typeface="Consolas"/>
                <a:cs typeface="Consolas"/>
              </a:rPr>
              <a:t>gmail-smtp</a:t>
            </a:r>
            <a:r>
              <a:rPr sz="2750" spc="-875" dirty="0">
                <a:latin typeface="Consolas"/>
                <a:cs typeface="Consolas"/>
              </a:rPr>
              <a:t> </a:t>
            </a:r>
            <a:r>
              <a:rPr sz="2750" spc="-95" dirty="0">
                <a:latin typeface="Trebuchet MS"/>
                <a:cs typeface="Trebuchet MS"/>
              </a:rPr>
              <a:t>(or</a:t>
            </a:r>
            <a:r>
              <a:rPr sz="2750" spc="-165" dirty="0">
                <a:latin typeface="Trebuchet MS"/>
                <a:cs typeface="Trebuchet MS"/>
              </a:rPr>
              <a:t> </a:t>
            </a:r>
            <a:r>
              <a:rPr sz="2750" spc="-30" dirty="0">
                <a:latin typeface="Trebuchet MS"/>
                <a:cs typeface="Trebuchet MS"/>
              </a:rPr>
              <a:t>any</a:t>
            </a:r>
            <a:r>
              <a:rPr sz="2750" spc="-204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name</a:t>
            </a:r>
            <a:r>
              <a:rPr sz="2750" spc="-185" dirty="0">
                <a:latin typeface="Trebuchet MS"/>
                <a:cs typeface="Trebuchet MS"/>
              </a:rPr>
              <a:t> </a:t>
            </a:r>
            <a:r>
              <a:rPr sz="2750" spc="-80" dirty="0">
                <a:latin typeface="Trebuchet MS"/>
                <a:cs typeface="Trebuchet MS"/>
              </a:rPr>
              <a:t>you’ll</a:t>
            </a:r>
            <a:r>
              <a:rPr sz="2750" spc="-190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remember)</a:t>
            </a:r>
            <a:endParaRPr sz="27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b="1" spc="-10" dirty="0">
                <a:latin typeface="Trebuchet MS"/>
                <a:cs typeface="Trebuchet MS"/>
              </a:rPr>
              <a:t>Description</a:t>
            </a:r>
            <a:r>
              <a:rPr sz="2750" spc="-10" dirty="0">
                <a:latin typeface="Trebuchet MS"/>
                <a:cs typeface="Trebuchet MS"/>
              </a:rPr>
              <a:t>:</a:t>
            </a:r>
            <a:r>
              <a:rPr sz="2750" spc="-204" dirty="0">
                <a:latin typeface="Trebuchet MS"/>
                <a:cs typeface="Trebuchet MS"/>
              </a:rPr>
              <a:t> </a:t>
            </a:r>
            <a:r>
              <a:rPr sz="2750" dirty="0">
                <a:latin typeface="Consolas"/>
                <a:cs typeface="Consolas"/>
              </a:rPr>
              <a:t>Gmail</a:t>
            </a:r>
            <a:r>
              <a:rPr sz="2750" spc="150" dirty="0">
                <a:latin typeface="Consolas"/>
                <a:cs typeface="Consolas"/>
              </a:rPr>
              <a:t> </a:t>
            </a:r>
            <a:r>
              <a:rPr sz="2750" dirty="0">
                <a:latin typeface="Consolas"/>
                <a:cs typeface="Consolas"/>
              </a:rPr>
              <a:t>SMTP</a:t>
            </a:r>
            <a:r>
              <a:rPr sz="2750" spc="155" dirty="0">
                <a:latin typeface="Consolas"/>
                <a:cs typeface="Consolas"/>
              </a:rPr>
              <a:t> </a:t>
            </a:r>
            <a:r>
              <a:rPr sz="2750" dirty="0">
                <a:latin typeface="Consolas"/>
                <a:cs typeface="Consolas"/>
              </a:rPr>
              <a:t>for</a:t>
            </a:r>
            <a:r>
              <a:rPr sz="2750" spc="150" dirty="0">
                <a:latin typeface="Consolas"/>
                <a:cs typeface="Consolas"/>
              </a:rPr>
              <a:t> </a:t>
            </a:r>
            <a:r>
              <a:rPr sz="2750" dirty="0">
                <a:latin typeface="Consolas"/>
                <a:cs typeface="Consolas"/>
              </a:rPr>
              <a:t>Jenkins</a:t>
            </a:r>
            <a:r>
              <a:rPr sz="2750" spc="150" dirty="0">
                <a:latin typeface="Consolas"/>
                <a:cs typeface="Consolas"/>
              </a:rPr>
              <a:t> </a:t>
            </a:r>
            <a:r>
              <a:rPr sz="2750" spc="-10" dirty="0">
                <a:latin typeface="Consolas"/>
                <a:cs typeface="Consolas"/>
              </a:rPr>
              <a:t>notification</a:t>
            </a:r>
            <a:endParaRPr sz="275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0" dirty="0"/>
              <a:t>Basic</a:t>
            </a:r>
            <a:r>
              <a:rPr spc="-390" dirty="0"/>
              <a:t> </a:t>
            </a:r>
            <a:r>
              <a:rPr spc="-250" dirty="0"/>
              <a:t>pipeline</a:t>
            </a:r>
            <a:r>
              <a:rPr spc="-390" dirty="0"/>
              <a:t> </a:t>
            </a:r>
            <a:r>
              <a:rPr spc="-185" dirty="0"/>
              <a:t>scripting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46948"/>
            <a:ext cx="4784725" cy="461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Trebuchet MS"/>
                <a:cs typeface="Trebuchet MS"/>
              </a:rPr>
              <a:t>Pipeline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632460">
              <a:lnSpc>
                <a:spcPct val="100000"/>
              </a:lnSpc>
              <a:spcBef>
                <a:spcPts val="125"/>
              </a:spcBef>
            </a:pPr>
            <a:r>
              <a:rPr sz="2400" spc="-65" dirty="0">
                <a:latin typeface="Trebuchet MS"/>
                <a:cs typeface="Trebuchet MS"/>
              </a:rPr>
              <a:t>Agent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any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400">
              <a:latin typeface="Trebuchet MS"/>
              <a:cs typeface="Trebuchet MS"/>
            </a:endParaRPr>
          </a:p>
          <a:p>
            <a:pPr marL="694055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Stages</a:t>
            </a:r>
            <a:r>
              <a:rPr sz="2400" spc="34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1065530">
              <a:lnSpc>
                <a:spcPct val="100000"/>
              </a:lnSpc>
              <a:spcBef>
                <a:spcPts val="125"/>
              </a:spcBef>
            </a:pPr>
            <a:r>
              <a:rPr sz="2400" spc="-40" dirty="0">
                <a:latin typeface="Trebuchet MS"/>
                <a:cs typeface="Trebuchet MS"/>
              </a:rPr>
              <a:t>Stage("mention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the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stage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")</a:t>
            </a:r>
            <a:r>
              <a:rPr sz="2400" spc="-27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1189355">
              <a:lnSpc>
                <a:spcPct val="100000"/>
              </a:lnSpc>
              <a:spcBef>
                <a:spcPts val="125"/>
              </a:spcBef>
            </a:pPr>
            <a:r>
              <a:rPr sz="2400" dirty="0">
                <a:latin typeface="Trebuchet MS"/>
                <a:cs typeface="Trebuchet MS"/>
              </a:rPr>
              <a:t>Steps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1685289" marR="421640">
              <a:lnSpc>
                <a:spcPts val="3080"/>
              </a:lnSpc>
              <a:spcBef>
                <a:spcPts val="60"/>
              </a:spcBef>
            </a:pPr>
            <a:r>
              <a:rPr sz="2400" spc="-65" dirty="0">
                <a:latin typeface="Trebuchet MS"/>
                <a:cs typeface="Trebuchet MS"/>
              </a:rPr>
              <a:t>For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windows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"bat" </a:t>
            </a:r>
            <a:r>
              <a:rPr sz="2400" spc="-65" dirty="0">
                <a:latin typeface="Trebuchet MS"/>
                <a:cs typeface="Trebuchet MS"/>
              </a:rPr>
              <a:t>For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linux</a:t>
            </a:r>
            <a:r>
              <a:rPr sz="2400" spc="-25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or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Mac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55" dirty="0">
                <a:latin typeface="Trebuchet MS"/>
                <a:cs typeface="Trebuchet MS"/>
              </a:rPr>
              <a:t>"sh"</a:t>
            </a:r>
            <a:endParaRPr sz="2400">
              <a:latin typeface="Trebuchet MS"/>
              <a:cs typeface="Trebuchet MS"/>
            </a:endParaRPr>
          </a:p>
          <a:p>
            <a:pPr marL="1499870">
              <a:lnSpc>
                <a:spcPts val="2865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 marL="1251585">
              <a:lnSpc>
                <a:spcPct val="100000"/>
              </a:lnSpc>
              <a:spcBef>
                <a:spcPts val="125"/>
              </a:spcBef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 marL="880110">
              <a:lnSpc>
                <a:spcPct val="100000"/>
              </a:lnSpc>
              <a:spcBef>
                <a:spcPts val="125"/>
              </a:spcBef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 marL="508000">
              <a:lnSpc>
                <a:spcPct val="100000"/>
              </a:lnSpc>
              <a:spcBef>
                <a:spcPts val="195"/>
              </a:spcBef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25" dirty="0"/>
              <a:t>Set</a:t>
            </a:r>
            <a:r>
              <a:rPr spc="-480" dirty="0"/>
              <a:t> </a:t>
            </a:r>
            <a:r>
              <a:rPr spc="-215" dirty="0"/>
              <a:t>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8222615" cy="310705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</a:tabLst>
            </a:pPr>
            <a:r>
              <a:rPr sz="2750" spc="-45" dirty="0">
                <a:latin typeface="Trebuchet MS"/>
                <a:cs typeface="Trebuchet MS"/>
              </a:rPr>
              <a:t>Pipeline</a:t>
            </a:r>
            <a:r>
              <a:rPr sz="2750" spc="-229" dirty="0">
                <a:latin typeface="Trebuchet MS"/>
                <a:cs typeface="Trebuchet MS"/>
              </a:rPr>
              <a:t> </a:t>
            </a:r>
            <a:r>
              <a:rPr sz="2750" spc="-50" dirty="0">
                <a:latin typeface="Trebuchet MS"/>
                <a:cs typeface="Trebuchet MS"/>
              </a:rPr>
              <a:t>{</a:t>
            </a:r>
            <a:endParaRPr sz="2750">
              <a:latin typeface="Trebuchet MS"/>
              <a:cs typeface="Trebuchet MS"/>
            </a:endParaRPr>
          </a:p>
          <a:p>
            <a:pPr marL="524510">
              <a:lnSpc>
                <a:spcPct val="100000"/>
              </a:lnSpc>
              <a:spcBef>
                <a:spcPts val="755"/>
              </a:spcBef>
            </a:pPr>
            <a:r>
              <a:rPr sz="2750" spc="-50" dirty="0">
                <a:latin typeface="Trebuchet MS"/>
                <a:cs typeface="Trebuchet MS"/>
              </a:rPr>
              <a:t>agent</a:t>
            </a:r>
            <a:r>
              <a:rPr sz="2750" spc="-195" dirty="0">
                <a:latin typeface="Trebuchet MS"/>
                <a:cs typeface="Trebuchet MS"/>
              </a:rPr>
              <a:t> </a:t>
            </a:r>
            <a:r>
              <a:rPr sz="2750" spc="-25" dirty="0">
                <a:latin typeface="Trebuchet MS"/>
                <a:cs typeface="Trebuchet MS"/>
              </a:rPr>
              <a:t>any</a:t>
            </a:r>
            <a:endParaRPr sz="2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750">
              <a:latin typeface="Trebuchet MS"/>
              <a:cs typeface="Trebuchet MS"/>
            </a:endParaRPr>
          </a:p>
          <a:p>
            <a:pPr marL="670560">
              <a:lnSpc>
                <a:spcPct val="100000"/>
              </a:lnSpc>
            </a:pPr>
            <a:r>
              <a:rPr sz="2750" dirty="0">
                <a:latin typeface="Trebuchet MS"/>
                <a:cs typeface="Trebuchet MS"/>
              </a:rPr>
              <a:t>Environment</a:t>
            </a:r>
            <a:r>
              <a:rPr sz="2750" spc="-5" dirty="0">
                <a:latin typeface="Trebuchet MS"/>
                <a:cs typeface="Trebuchet MS"/>
              </a:rPr>
              <a:t> </a:t>
            </a:r>
            <a:r>
              <a:rPr sz="2750" spc="-50" dirty="0">
                <a:latin typeface="Trebuchet MS"/>
                <a:cs typeface="Trebuchet MS"/>
              </a:rPr>
              <a:t>{</a:t>
            </a:r>
            <a:endParaRPr sz="2750">
              <a:latin typeface="Trebuchet MS"/>
              <a:cs typeface="Trebuchet MS"/>
            </a:endParaRPr>
          </a:p>
          <a:p>
            <a:pPr marL="889635">
              <a:lnSpc>
                <a:spcPct val="100000"/>
              </a:lnSpc>
              <a:spcBef>
                <a:spcPts val="755"/>
              </a:spcBef>
            </a:pPr>
            <a:r>
              <a:rPr sz="2750" spc="90" dirty="0">
                <a:latin typeface="Trebuchet MS"/>
                <a:cs typeface="Trebuchet MS"/>
              </a:rPr>
              <a:t>DOCKER_IMAGE</a:t>
            </a:r>
            <a:r>
              <a:rPr sz="2750" spc="-16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=</a:t>
            </a:r>
            <a:r>
              <a:rPr sz="2750" spc="-85" dirty="0">
                <a:latin typeface="Trebuchet MS"/>
                <a:cs typeface="Trebuchet MS"/>
              </a:rPr>
              <a:t> </a:t>
            </a:r>
            <a:r>
              <a:rPr sz="2750" spc="-40" dirty="0">
                <a:latin typeface="Trebuchet MS"/>
                <a:cs typeface="Trebuchet MS"/>
              </a:rPr>
              <a:t>'chari9515/html-</a:t>
            </a:r>
            <a:r>
              <a:rPr sz="2750" spc="-50" dirty="0">
                <a:latin typeface="Trebuchet MS"/>
                <a:cs typeface="Trebuchet MS"/>
              </a:rPr>
              <a:t>jenkins-</a:t>
            </a:r>
            <a:r>
              <a:rPr sz="2750" spc="-20" dirty="0">
                <a:latin typeface="Trebuchet MS"/>
                <a:cs typeface="Trebuchet MS"/>
              </a:rPr>
              <a:t>app'</a:t>
            </a:r>
            <a:endParaRPr sz="2750">
              <a:latin typeface="Trebuchet MS"/>
              <a:cs typeface="Trebuchet MS"/>
            </a:endParaRPr>
          </a:p>
          <a:p>
            <a:pPr marL="816610">
              <a:lnSpc>
                <a:spcPct val="100000"/>
              </a:lnSpc>
              <a:spcBef>
                <a:spcPts val="760"/>
              </a:spcBef>
            </a:pPr>
            <a:r>
              <a:rPr sz="2750" spc="-50" dirty="0">
                <a:latin typeface="Trebuchet MS"/>
                <a:cs typeface="Trebuchet MS"/>
              </a:rPr>
              <a:t>}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07377"/>
            <a:ext cx="287782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65" dirty="0"/>
              <a:t>Cloning</a:t>
            </a:r>
            <a:r>
              <a:rPr spc="-434" dirty="0"/>
              <a:t> </a:t>
            </a:r>
            <a:r>
              <a:rPr spc="-185" dirty="0"/>
              <a:t>repo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855"/>
              </a:spcBef>
            </a:pPr>
            <a:r>
              <a:rPr sz="2750" dirty="0"/>
              <a:t>Stages</a:t>
            </a:r>
            <a:r>
              <a:rPr sz="2750" spc="-40" dirty="0"/>
              <a:t> </a:t>
            </a:r>
            <a:r>
              <a:rPr sz="2750" spc="-50" dirty="0"/>
              <a:t>{</a:t>
            </a:r>
            <a:endParaRPr sz="2750"/>
          </a:p>
          <a:p>
            <a:pPr marL="597535" marR="5797550" indent="-146685">
              <a:lnSpc>
                <a:spcPct val="122900"/>
              </a:lnSpc>
            </a:pPr>
            <a:r>
              <a:rPr sz="2750" spc="-10" dirty="0"/>
              <a:t>Stage('clone</a:t>
            </a:r>
            <a:r>
              <a:rPr sz="2750" spc="-114" dirty="0"/>
              <a:t> </a:t>
            </a:r>
            <a:r>
              <a:rPr sz="2750" spc="-20" dirty="0"/>
              <a:t>Repository')</a:t>
            </a:r>
            <a:r>
              <a:rPr sz="2750" spc="-140" dirty="0"/>
              <a:t> </a:t>
            </a:r>
            <a:r>
              <a:rPr sz="2750" spc="-50" dirty="0"/>
              <a:t>{ </a:t>
            </a:r>
            <a:r>
              <a:rPr sz="2750" spc="55" dirty="0"/>
              <a:t>Steps</a:t>
            </a:r>
            <a:r>
              <a:rPr sz="2750" spc="-290" dirty="0"/>
              <a:t> </a:t>
            </a:r>
            <a:r>
              <a:rPr sz="2750" spc="-50" dirty="0"/>
              <a:t>{</a:t>
            </a:r>
            <a:endParaRPr sz="2750"/>
          </a:p>
          <a:p>
            <a:pPr marL="1108710">
              <a:lnSpc>
                <a:spcPct val="100000"/>
              </a:lnSpc>
              <a:spcBef>
                <a:spcPts val="680"/>
              </a:spcBef>
            </a:pPr>
            <a:r>
              <a:rPr spc="-55" dirty="0"/>
              <a:t>Git</a:t>
            </a:r>
            <a:r>
              <a:rPr spc="-114" dirty="0"/>
              <a:t> </a:t>
            </a:r>
            <a:r>
              <a:rPr spc="-25" dirty="0"/>
              <a:t>branch:</a:t>
            </a:r>
            <a:r>
              <a:rPr spc="-110" dirty="0"/>
              <a:t> </a:t>
            </a:r>
            <a:r>
              <a:rPr dirty="0"/>
              <a:t>'main'</a:t>
            </a:r>
            <a:r>
              <a:rPr spc="5" dirty="0"/>
              <a:t> </a:t>
            </a:r>
            <a:r>
              <a:rPr spc="-180" dirty="0"/>
              <a:t>,</a:t>
            </a:r>
            <a:r>
              <a:rPr spc="-80" dirty="0"/>
              <a:t> </a:t>
            </a:r>
            <a:r>
              <a:rPr spc="-60" dirty="0"/>
              <a:t>url</a:t>
            </a:r>
            <a:r>
              <a:rPr spc="-55" dirty="0"/>
              <a:t> </a:t>
            </a:r>
            <a:r>
              <a:rPr spc="-180" dirty="0"/>
              <a:t>:</a:t>
            </a:r>
            <a:r>
              <a:rPr spc="-114" dirty="0"/>
              <a:t> </a:t>
            </a:r>
            <a:r>
              <a:rPr spc="-60" dirty="0"/>
              <a:t>'</a:t>
            </a:r>
            <a:r>
              <a:rPr u="sng" spc="-6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hlinkClick r:id="rId2"/>
              </a:rPr>
              <a:t>https://github.com/3212harsh/html-</a:t>
            </a:r>
            <a:r>
              <a:rPr u="sng" spc="-3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hlinkClick r:id="rId2"/>
              </a:rPr>
              <a:t>jenkins-</a:t>
            </a:r>
            <a:r>
              <a:rPr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hlinkClick r:id="rId2"/>
              </a:rPr>
              <a:t>app.git</a:t>
            </a:r>
            <a:r>
              <a:rPr sz="2750" spc="-10" dirty="0"/>
              <a:t>'</a:t>
            </a:r>
            <a:endParaRPr sz="2750"/>
          </a:p>
          <a:p>
            <a:pPr marL="524510">
              <a:lnSpc>
                <a:spcPct val="100000"/>
              </a:lnSpc>
              <a:spcBef>
                <a:spcPts val="755"/>
              </a:spcBef>
            </a:pPr>
            <a:r>
              <a:rPr sz="2750" spc="-50" dirty="0"/>
              <a:t>}</a:t>
            </a:r>
            <a:endParaRPr sz="2750"/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750" spc="-50" dirty="0"/>
              <a:t>}</a:t>
            </a:r>
            <a:endParaRPr sz="2750"/>
          </a:p>
        </p:txBody>
      </p:sp>
    </p:spTree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75" dirty="0"/>
              <a:t>Build</a:t>
            </a:r>
            <a:r>
              <a:rPr spc="-520" dirty="0"/>
              <a:t> </a:t>
            </a:r>
            <a:r>
              <a:rPr spc="-170" dirty="0"/>
              <a:t>a</a:t>
            </a:r>
            <a:r>
              <a:rPr spc="-465" dirty="0"/>
              <a:t> </a:t>
            </a:r>
            <a:r>
              <a:rPr spc="-160" dirty="0"/>
              <a:t>Docker</a:t>
            </a:r>
            <a:r>
              <a:rPr spc="-434" dirty="0"/>
              <a:t> </a:t>
            </a:r>
            <a:r>
              <a:rPr spc="-195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02288"/>
            <a:ext cx="7694930" cy="3612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6610" marR="3330575" indent="-803910">
              <a:lnSpc>
                <a:spcPct val="122900"/>
              </a:lnSpc>
              <a:spcBef>
                <a:spcPts val="95"/>
              </a:spcBef>
            </a:pPr>
            <a:r>
              <a:rPr sz="2750" spc="-10" dirty="0">
                <a:latin typeface="Trebuchet MS"/>
                <a:cs typeface="Trebuchet MS"/>
              </a:rPr>
              <a:t>stage('Build</a:t>
            </a:r>
            <a:r>
              <a:rPr sz="2750" spc="-19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Docker</a:t>
            </a:r>
            <a:r>
              <a:rPr sz="2750" spc="-150" dirty="0">
                <a:latin typeface="Trebuchet MS"/>
                <a:cs typeface="Trebuchet MS"/>
              </a:rPr>
              <a:t> </a:t>
            </a:r>
            <a:r>
              <a:rPr sz="2750" spc="-25" dirty="0">
                <a:latin typeface="Trebuchet MS"/>
                <a:cs typeface="Trebuchet MS"/>
              </a:rPr>
              <a:t>Image')</a:t>
            </a:r>
            <a:r>
              <a:rPr sz="2750" spc="-190" dirty="0">
                <a:latin typeface="Trebuchet MS"/>
                <a:cs typeface="Trebuchet MS"/>
              </a:rPr>
              <a:t> </a:t>
            </a:r>
            <a:r>
              <a:rPr sz="2750" spc="-50" dirty="0">
                <a:latin typeface="Trebuchet MS"/>
                <a:cs typeface="Trebuchet MS"/>
              </a:rPr>
              <a:t>{ </a:t>
            </a:r>
            <a:r>
              <a:rPr sz="2750" dirty="0">
                <a:latin typeface="Trebuchet MS"/>
                <a:cs typeface="Trebuchet MS"/>
              </a:rPr>
              <a:t>steps</a:t>
            </a:r>
            <a:r>
              <a:rPr sz="2750" spc="-5" dirty="0">
                <a:latin typeface="Trebuchet MS"/>
                <a:cs typeface="Trebuchet MS"/>
              </a:rPr>
              <a:t> </a:t>
            </a:r>
            <a:r>
              <a:rPr sz="2750" spc="-50" dirty="0">
                <a:latin typeface="Trebuchet MS"/>
                <a:cs typeface="Trebuchet MS"/>
              </a:rPr>
              <a:t>{</a:t>
            </a:r>
            <a:endParaRPr sz="2750">
              <a:latin typeface="Trebuchet MS"/>
              <a:cs typeface="Trebuchet MS"/>
            </a:endParaRPr>
          </a:p>
          <a:p>
            <a:pPr marL="1108710">
              <a:lnSpc>
                <a:spcPct val="100000"/>
              </a:lnSpc>
              <a:spcBef>
                <a:spcPts val="755"/>
              </a:spcBef>
            </a:pPr>
            <a:r>
              <a:rPr sz="2750" spc="-25" dirty="0">
                <a:latin typeface="Trebuchet MS"/>
                <a:cs typeface="Trebuchet MS"/>
              </a:rPr>
              <a:t>script</a:t>
            </a:r>
            <a:r>
              <a:rPr sz="2750" spc="-200" dirty="0">
                <a:latin typeface="Trebuchet MS"/>
                <a:cs typeface="Trebuchet MS"/>
              </a:rPr>
              <a:t> </a:t>
            </a:r>
            <a:r>
              <a:rPr sz="2750" spc="-50" dirty="0">
                <a:latin typeface="Trebuchet MS"/>
                <a:cs typeface="Trebuchet MS"/>
              </a:rPr>
              <a:t>{</a:t>
            </a:r>
            <a:endParaRPr sz="2750">
              <a:latin typeface="Trebuchet MS"/>
              <a:cs typeface="Trebuchet MS"/>
            </a:endParaRPr>
          </a:p>
          <a:p>
            <a:pPr marL="1474470">
              <a:lnSpc>
                <a:spcPct val="100000"/>
              </a:lnSpc>
              <a:spcBef>
                <a:spcPts val="680"/>
              </a:spcBef>
            </a:pPr>
            <a:r>
              <a:rPr sz="2750" spc="-55" dirty="0">
                <a:latin typeface="Trebuchet MS"/>
                <a:cs typeface="Trebuchet MS"/>
              </a:rPr>
              <a:t>bat</a:t>
            </a:r>
            <a:r>
              <a:rPr sz="2750" spc="-28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"docker</a:t>
            </a:r>
            <a:r>
              <a:rPr sz="2750" spc="-240" dirty="0">
                <a:latin typeface="Trebuchet MS"/>
                <a:cs typeface="Trebuchet MS"/>
              </a:rPr>
              <a:t> </a:t>
            </a:r>
            <a:r>
              <a:rPr sz="2750" spc="-35" dirty="0">
                <a:latin typeface="Trebuchet MS"/>
                <a:cs typeface="Trebuchet MS"/>
              </a:rPr>
              <a:t>build</a:t>
            </a:r>
            <a:r>
              <a:rPr sz="2750" spc="-160" dirty="0">
                <a:latin typeface="Trebuchet MS"/>
                <a:cs typeface="Trebuchet MS"/>
              </a:rPr>
              <a:t> </a:t>
            </a:r>
            <a:r>
              <a:rPr sz="2750" spc="-80" dirty="0">
                <a:latin typeface="Trebuchet MS"/>
                <a:cs typeface="Trebuchet MS"/>
              </a:rPr>
              <a:t>-</a:t>
            </a:r>
            <a:r>
              <a:rPr sz="2750" spc="-204" dirty="0">
                <a:latin typeface="Trebuchet MS"/>
                <a:cs typeface="Trebuchet MS"/>
              </a:rPr>
              <a:t>t </a:t>
            </a:r>
            <a:r>
              <a:rPr sz="2750" spc="45" dirty="0">
                <a:latin typeface="Trebuchet MS"/>
                <a:cs typeface="Trebuchet MS"/>
              </a:rPr>
              <a:t>${DOCKER_IMAGE}</a:t>
            </a:r>
            <a:r>
              <a:rPr sz="2750" spc="-204" dirty="0">
                <a:latin typeface="Trebuchet MS"/>
                <a:cs typeface="Trebuchet MS"/>
              </a:rPr>
              <a:t> </a:t>
            </a:r>
            <a:r>
              <a:rPr sz="2750" spc="-35" dirty="0">
                <a:latin typeface="Trebuchet MS"/>
                <a:cs typeface="Trebuchet MS"/>
              </a:rPr>
              <a:t>."</a:t>
            </a:r>
            <a:endParaRPr sz="2750">
              <a:latin typeface="Trebuchet MS"/>
              <a:cs typeface="Trebuchet MS"/>
            </a:endParaRPr>
          </a:p>
          <a:p>
            <a:pPr marL="1181735">
              <a:lnSpc>
                <a:spcPct val="100000"/>
              </a:lnSpc>
              <a:spcBef>
                <a:spcPts val="755"/>
              </a:spcBef>
            </a:pPr>
            <a:r>
              <a:rPr sz="2750" spc="-50" dirty="0">
                <a:latin typeface="Trebuchet MS"/>
                <a:cs typeface="Trebuchet MS"/>
              </a:rPr>
              <a:t>}</a:t>
            </a:r>
            <a:endParaRPr sz="2750">
              <a:latin typeface="Trebuchet MS"/>
              <a:cs typeface="Trebuchet MS"/>
            </a:endParaRPr>
          </a:p>
          <a:p>
            <a:pPr marL="889635">
              <a:lnSpc>
                <a:spcPct val="100000"/>
              </a:lnSpc>
              <a:spcBef>
                <a:spcPts val="760"/>
              </a:spcBef>
            </a:pPr>
            <a:r>
              <a:rPr sz="2750" spc="-50" dirty="0">
                <a:latin typeface="Trebuchet MS"/>
                <a:cs typeface="Trebuchet MS"/>
              </a:rPr>
              <a:t>}</a:t>
            </a:r>
            <a:endParaRPr sz="2750">
              <a:latin typeface="Trebuchet MS"/>
              <a:cs typeface="Trebuchet MS"/>
            </a:endParaRPr>
          </a:p>
          <a:p>
            <a:pPr marL="597535">
              <a:lnSpc>
                <a:spcPct val="100000"/>
              </a:lnSpc>
              <a:spcBef>
                <a:spcPts val="680"/>
              </a:spcBef>
            </a:pPr>
            <a:r>
              <a:rPr sz="2750" spc="-50" dirty="0">
                <a:latin typeface="Trebuchet MS"/>
                <a:cs typeface="Trebuchet MS"/>
              </a:rPr>
              <a:t>}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07377"/>
            <a:ext cx="45478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65" dirty="0"/>
              <a:t>Push</a:t>
            </a:r>
            <a:r>
              <a:rPr spc="-455" dirty="0"/>
              <a:t> </a:t>
            </a:r>
            <a:r>
              <a:rPr spc="-295" dirty="0"/>
              <a:t>to</a:t>
            </a:r>
            <a:r>
              <a:rPr spc="-405" dirty="0"/>
              <a:t> </a:t>
            </a:r>
            <a:r>
              <a:rPr spc="-185" dirty="0"/>
              <a:t>Docker-</a:t>
            </a:r>
            <a:r>
              <a:rPr spc="-25" dirty="0"/>
              <a:t>Hub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/>
              <a:t>stage('Push</a:t>
            </a:r>
            <a:r>
              <a:rPr spc="-95" dirty="0"/>
              <a:t> </a:t>
            </a:r>
            <a:r>
              <a:rPr spc="-35" dirty="0"/>
              <a:t>to</a:t>
            </a:r>
            <a:r>
              <a:rPr spc="-80" dirty="0"/>
              <a:t> </a:t>
            </a:r>
            <a:r>
              <a:rPr dirty="0"/>
              <a:t>Docker</a:t>
            </a:r>
            <a:r>
              <a:rPr spc="-55" dirty="0"/>
              <a:t> </a:t>
            </a:r>
            <a:r>
              <a:rPr dirty="0"/>
              <a:t>Hub')</a:t>
            </a:r>
            <a:r>
              <a:rPr spc="-35" dirty="0"/>
              <a:t> </a:t>
            </a:r>
            <a:r>
              <a:rPr spc="-50" dirty="0"/>
              <a:t>{</a:t>
            </a:r>
          </a:p>
          <a:p>
            <a:pPr marL="699135">
              <a:lnSpc>
                <a:spcPct val="100000"/>
              </a:lnSpc>
              <a:spcBef>
                <a:spcPts val="275"/>
              </a:spcBef>
            </a:pPr>
            <a:r>
              <a:rPr dirty="0"/>
              <a:t>steps</a:t>
            </a:r>
            <a:r>
              <a:rPr spc="35" dirty="0"/>
              <a:t> </a:t>
            </a:r>
            <a:r>
              <a:rPr spc="-50" dirty="0"/>
              <a:t>{</a:t>
            </a:r>
          </a:p>
          <a:p>
            <a:pPr marL="927735">
              <a:lnSpc>
                <a:spcPct val="100000"/>
              </a:lnSpc>
              <a:spcBef>
                <a:spcPts val="275"/>
              </a:spcBef>
            </a:pPr>
            <a:r>
              <a:rPr spc="-10" dirty="0"/>
              <a:t>script</a:t>
            </a:r>
            <a:r>
              <a:rPr spc="-145" dirty="0"/>
              <a:t> </a:t>
            </a:r>
            <a:r>
              <a:rPr spc="-50" dirty="0"/>
              <a:t>{</a:t>
            </a:r>
          </a:p>
          <a:p>
            <a:pPr marL="69850" marR="5080" indent="915035">
              <a:lnSpc>
                <a:spcPct val="110600"/>
              </a:lnSpc>
            </a:pPr>
            <a:r>
              <a:rPr spc="-10" dirty="0"/>
              <a:t>withCredentials([usernamePassword(credentialsId:</a:t>
            </a:r>
            <a:r>
              <a:rPr spc="-25" dirty="0"/>
              <a:t> </a:t>
            </a:r>
            <a:r>
              <a:rPr dirty="0"/>
              <a:t>'dockerhub-</a:t>
            </a:r>
            <a:r>
              <a:rPr spc="-10" dirty="0"/>
              <a:t>creds', </a:t>
            </a:r>
            <a:r>
              <a:rPr spc="-25" dirty="0"/>
              <a:t>usernameVariable:</a:t>
            </a:r>
            <a:r>
              <a:rPr spc="-180" dirty="0"/>
              <a:t> </a:t>
            </a:r>
            <a:r>
              <a:rPr spc="60" dirty="0"/>
              <a:t>'DOCKER_USER',</a:t>
            </a:r>
            <a:r>
              <a:rPr spc="-120" dirty="0"/>
              <a:t> </a:t>
            </a:r>
            <a:r>
              <a:rPr spc="-10" dirty="0"/>
              <a:t>passwordVariable:</a:t>
            </a:r>
            <a:r>
              <a:rPr spc="-180" dirty="0"/>
              <a:t> </a:t>
            </a:r>
            <a:r>
              <a:rPr spc="50" dirty="0"/>
              <a:t>'DOCKER_PASS')])</a:t>
            </a:r>
            <a:r>
              <a:rPr spc="-200" dirty="0"/>
              <a:t> </a:t>
            </a:r>
            <a:r>
              <a:rPr spc="-50" dirty="0"/>
              <a:t>{</a:t>
            </a:r>
          </a:p>
          <a:p>
            <a:pPr marL="1099185">
              <a:lnSpc>
                <a:spcPct val="100000"/>
              </a:lnSpc>
              <a:spcBef>
                <a:spcPts val="275"/>
              </a:spcBef>
            </a:pPr>
            <a:r>
              <a:rPr spc="-40" dirty="0"/>
              <a:t>bat</a:t>
            </a:r>
            <a:r>
              <a:rPr spc="-204" dirty="0"/>
              <a:t> </a:t>
            </a:r>
            <a:r>
              <a:rPr dirty="0"/>
              <a:t>"docker</a:t>
            </a:r>
            <a:r>
              <a:rPr spc="-155" dirty="0"/>
              <a:t> </a:t>
            </a:r>
            <a:r>
              <a:rPr spc="-30" dirty="0"/>
              <a:t>login</a:t>
            </a:r>
            <a:r>
              <a:rPr spc="-150" dirty="0"/>
              <a:t> </a:t>
            </a:r>
            <a:r>
              <a:rPr spc="-45" dirty="0"/>
              <a:t>-</a:t>
            </a:r>
            <a:r>
              <a:rPr dirty="0"/>
              <a:t>u</a:t>
            </a:r>
            <a:r>
              <a:rPr spc="-190" dirty="0"/>
              <a:t> </a:t>
            </a:r>
            <a:r>
              <a:rPr spc="160" dirty="0"/>
              <a:t>%DOCKER_USER%</a:t>
            </a:r>
            <a:r>
              <a:rPr spc="-150" dirty="0"/>
              <a:t> </a:t>
            </a:r>
            <a:r>
              <a:rPr spc="-50" dirty="0"/>
              <a:t>-</a:t>
            </a:r>
            <a:r>
              <a:rPr dirty="0"/>
              <a:t>p</a:t>
            </a:r>
            <a:r>
              <a:rPr spc="-114" dirty="0"/>
              <a:t> </a:t>
            </a:r>
            <a:r>
              <a:rPr spc="135" dirty="0"/>
              <a:t>%DOCKER_PASS%"</a:t>
            </a:r>
          </a:p>
          <a:p>
            <a:pPr marL="1099185">
              <a:lnSpc>
                <a:spcPct val="100000"/>
              </a:lnSpc>
              <a:spcBef>
                <a:spcPts val="275"/>
              </a:spcBef>
            </a:pPr>
            <a:r>
              <a:rPr spc="-40" dirty="0"/>
              <a:t>bat</a:t>
            </a:r>
            <a:r>
              <a:rPr spc="-204" dirty="0"/>
              <a:t> </a:t>
            </a:r>
            <a:r>
              <a:rPr dirty="0"/>
              <a:t>"docker</a:t>
            </a:r>
            <a:r>
              <a:rPr spc="-150" dirty="0"/>
              <a:t> </a:t>
            </a:r>
            <a:r>
              <a:rPr spc="65" dirty="0"/>
              <a:t>push</a:t>
            </a:r>
            <a:r>
              <a:rPr spc="-180" dirty="0"/>
              <a:t> </a:t>
            </a:r>
            <a:r>
              <a:rPr spc="35" dirty="0"/>
              <a:t>${DOCKER_IMAGE}"</a:t>
            </a:r>
          </a:p>
          <a:p>
            <a:pPr marL="1156335">
              <a:lnSpc>
                <a:spcPct val="100000"/>
              </a:lnSpc>
              <a:spcBef>
                <a:spcPts val="275"/>
              </a:spcBef>
            </a:pPr>
            <a:r>
              <a:rPr spc="-40" dirty="0"/>
              <a:t>bat</a:t>
            </a:r>
            <a:r>
              <a:rPr spc="-204" dirty="0"/>
              <a:t> </a:t>
            </a:r>
            <a:r>
              <a:rPr dirty="0"/>
              <a:t>"docker</a:t>
            </a:r>
            <a:r>
              <a:rPr spc="-150" dirty="0"/>
              <a:t> </a:t>
            </a:r>
            <a:r>
              <a:rPr spc="-10" dirty="0"/>
              <a:t>logout"</a:t>
            </a:r>
          </a:p>
          <a:p>
            <a:pPr marL="1099185">
              <a:lnSpc>
                <a:spcPct val="100000"/>
              </a:lnSpc>
              <a:spcBef>
                <a:spcPts val="275"/>
              </a:spcBef>
            </a:pPr>
            <a:r>
              <a:rPr spc="-50" dirty="0"/>
              <a:t>}</a:t>
            </a:r>
          </a:p>
          <a:p>
            <a:pPr marL="927735">
              <a:lnSpc>
                <a:spcPct val="100000"/>
              </a:lnSpc>
              <a:spcBef>
                <a:spcPts val="270"/>
              </a:spcBef>
            </a:pPr>
            <a:r>
              <a:rPr spc="-50" dirty="0"/>
              <a:t>}</a:t>
            </a:r>
          </a:p>
          <a:p>
            <a:pPr marL="699135">
              <a:lnSpc>
                <a:spcPct val="100000"/>
              </a:lnSpc>
              <a:spcBef>
                <a:spcPts val="275"/>
              </a:spcBef>
            </a:pPr>
            <a:r>
              <a:rPr spc="-50" dirty="0"/>
              <a:t>}</a:t>
            </a:r>
          </a:p>
          <a:p>
            <a:pPr marL="469900">
              <a:lnSpc>
                <a:spcPct val="100000"/>
              </a:lnSpc>
              <a:spcBef>
                <a:spcPts val="275"/>
              </a:spcBef>
            </a:pPr>
            <a:r>
              <a:rPr spc="-50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5" dirty="0"/>
              <a:t>Deploy</a:t>
            </a:r>
            <a:r>
              <a:rPr spc="-505" dirty="0"/>
              <a:t> </a:t>
            </a:r>
            <a:r>
              <a:rPr spc="-275" dirty="0"/>
              <a:t>with</a:t>
            </a:r>
            <a:r>
              <a:rPr spc="-455" dirty="0"/>
              <a:t> </a:t>
            </a:r>
            <a:r>
              <a:rPr spc="-160" dirty="0"/>
              <a:t>Docker</a:t>
            </a:r>
            <a:r>
              <a:rPr spc="-430" dirty="0"/>
              <a:t> </a:t>
            </a:r>
            <a:r>
              <a:rPr spc="-45" dirty="0"/>
              <a:t>compose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37105"/>
            <a:ext cx="5522595" cy="4069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3435" marR="5080" indent="-800735">
              <a:lnSpc>
                <a:spcPct val="101099"/>
              </a:lnSpc>
              <a:spcBef>
                <a:spcPts val="95"/>
              </a:spcBef>
            </a:pPr>
            <a:r>
              <a:rPr sz="2600" spc="-25" dirty="0">
                <a:latin typeface="Trebuchet MS"/>
                <a:cs typeface="Trebuchet MS"/>
              </a:rPr>
              <a:t>stage('Deploy</a:t>
            </a:r>
            <a:r>
              <a:rPr sz="2600" spc="-110" dirty="0">
                <a:latin typeface="Trebuchet MS"/>
                <a:cs typeface="Trebuchet MS"/>
              </a:rPr>
              <a:t> with</a:t>
            </a:r>
            <a:r>
              <a:rPr sz="2600" spc="-1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Docker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Compose')</a:t>
            </a:r>
            <a:r>
              <a:rPr sz="2600" spc="-14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{ </a:t>
            </a:r>
            <a:r>
              <a:rPr sz="2600" dirty="0">
                <a:latin typeface="Trebuchet MS"/>
                <a:cs typeface="Trebuchet MS"/>
              </a:rPr>
              <a:t>steps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{</a:t>
            </a:r>
            <a:endParaRPr sz="2600">
              <a:latin typeface="Trebuchet MS"/>
              <a:cs typeface="Trebuchet MS"/>
            </a:endParaRPr>
          </a:p>
          <a:p>
            <a:pPr marL="1080135">
              <a:lnSpc>
                <a:spcPct val="100000"/>
              </a:lnSpc>
              <a:spcBef>
                <a:spcPts val="110"/>
              </a:spcBef>
            </a:pPr>
            <a:r>
              <a:rPr sz="2600" spc="-30" dirty="0">
                <a:latin typeface="Trebuchet MS"/>
                <a:cs typeface="Trebuchet MS"/>
              </a:rPr>
              <a:t>script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{</a:t>
            </a:r>
            <a:endParaRPr sz="2600">
              <a:latin typeface="Trebuchet MS"/>
              <a:cs typeface="Trebuchet MS"/>
            </a:endParaRPr>
          </a:p>
          <a:p>
            <a:pPr marL="1347470">
              <a:lnSpc>
                <a:spcPct val="100000"/>
              </a:lnSpc>
              <a:spcBef>
                <a:spcPts val="30"/>
              </a:spcBef>
            </a:pPr>
            <a:r>
              <a:rPr sz="2600" spc="-65" dirty="0">
                <a:latin typeface="Trebuchet MS"/>
                <a:cs typeface="Trebuchet MS"/>
              </a:rPr>
              <a:t>bat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"docker-</a:t>
            </a:r>
            <a:r>
              <a:rPr sz="2600" dirty="0">
                <a:latin typeface="Trebuchet MS"/>
                <a:cs typeface="Trebuchet MS"/>
              </a:rPr>
              <a:t>compose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down"</a:t>
            </a:r>
            <a:endParaRPr sz="2600">
              <a:latin typeface="Trebuchet MS"/>
              <a:cs typeface="Trebuchet MS"/>
            </a:endParaRPr>
          </a:p>
          <a:p>
            <a:pPr marL="1347470" marR="161925">
              <a:lnSpc>
                <a:spcPct val="101099"/>
              </a:lnSpc>
              <a:spcBef>
                <a:spcPts val="80"/>
              </a:spcBef>
            </a:pPr>
            <a:r>
              <a:rPr sz="2600" spc="-65" dirty="0">
                <a:latin typeface="Trebuchet MS"/>
                <a:cs typeface="Trebuchet MS"/>
              </a:rPr>
              <a:t>bat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"docker-</a:t>
            </a:r>
            <a:r>
              <a:rPr sz="2600" dirty="0">
                <a:latin typeface="Trebuchet MS"/>
                <a:cs typeface="Trebuchet MS"/>
              </a:rPr>
              <a:t>compose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pull" </a:t>
            </a:r>
            <a:r>
              <a:rPr sz="2600" spc="-65" dirty="0">
                <a:latin typeface="Trebuchet MS"/>
                <a:cs typeface="Trebuchet MS"/>
              </a:rPr>
              <a:t>bat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"docker-</a:t>
            </a:r>
            <a:r>
              <a:rPr sz="2600" spc="45" dirty="0">
                <a:latin typeface="Trebuchet MS"/>
                <a:cs typeface="Trebuchet MS"/>
              </a:rPr>
              <a:t>compose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up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-</a:t>
            </a:r>
            <a:r>
              <a:rPr sz="2600" spc="65" dirty="0">
                <a:latin typeface="Trebuchet MS"/>
                <a:cs typeface="Trebuchet MS"/>
              </a:rPr>
              <a:t>d"</a:t>
            </a:r>
            <a:endParaRPr sz="2600">
              <a:latin typeface="Trebuchet MS"/>
              <a:cs typeface="Trebuchet MS"/>
            </a:endParaRPr>
          </a:p>
          <a:p>
            <a:pPr marL="1080135">
              <a:lnSpc>
                <a:spcPct val="100000"/>
              </a:lnSpc>
              <a:spcBef>
                <a:spcPts val="110"/>
              </a:spcBef>
            </a:pPr>
            <a:r>
              <a:rPr sz="2600" spc="-50" dirty="0">
                <a:latin typeface="Trebuchet MS"/>
                <a:cs typeface="Trebuchet MS"/>
              </a:rPr>
              <a:t>}</a:t>
            </a:r>
            <a:endParaRPr sz="2600">
              <a:latin typeface="Trebuchet MS"/>
              <a:cs typeface="Trebuchet MS"/>
            </a:endParaRPr>
          </a:p>
          <a:p>
            <a:pPr marL="813435">
              <a:lnSpc>
                <a:spcPct val="100000"/>
              </a:lnSpc>
              <a:spcBef>
                <a:spcPts val="30"/>
              </a:spcBef>
            </a:pPr>
            <a:r>
              <a:rPr sz="2600" spc="-50" dirty="0">
                <a:latin typeface="Trebuchet MS"/>
                <a:cs typeface="Trebuchet MS"/>
              </a:rPr>
              <a:t>}</a:t>
            </a:r>
            <a:endParaRPr sz="2600">
              <a:latin typeface="Trebuchet MS"/>
              <a:cs typeface="Trebuchet MS"/>
            </a:endParaRPr>
          </a:p>
          <a:p>
            <a:pPr marL="546735">
              <a:lnSpc>
                <a:spcPct val="100000"/>
              </a:lnSpc>
              <a:spcBef>
                <a:spcPts val="35"/>
              </a:spcBef>
            </a:pPr>
            <a:r>
              <a:rPr sz="2600" spc="-50" dirty="0">
                <a:latin typeface="Trebuchet MS"/>
                <a:cs typeface="Trebuchet MS"/>
              </a:rPr>
              <a:t>}</a:t>
            </a:r>
            <a:endParaRPr sz="2600">
              <a:latin typeface="Trebuchet MS"/>
              <a:cs typeface="Trebuchet MS"/>
            </a:endParaRPr>
          </a:p>
          <a:p>
            <a:pPr marL="279400">
              <a:lnSpc>
                <a:spcPct val="100000"/>
              </a:lnSpc>
              <a:spcBef>
                <a:spcPts val="110"/>
              </a:spcBef>
            </a:pPr>
            <a:r>
              <a:rPr sz="2600" spc="-50" dirty="0">
                <a:latin typeface="Trebuchet MS"/>
                <a:cs typeface="Trebuchet MS"/>
              </a:rPr>
              <a:t>}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07377"/>
            <a:ext cx="641794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35" dirty="0"/>
              <a:t>Post</a:t>
            </a:r>
            <a:r>
              <a:rPr spc="-470" dirty="0"/>
              <a:t> </a:t>
            </a:r>
            <a:r>
              <a:rPr spc="-254" dirty="0"/>
              <a:t>operation</a:t>
            </a:r>
            <a:r>
              <a:rPr spc="-465" dirty="0"/>
              <a:t> </a:t>
            </a:r>
            <a:r>
              <a:rPr spc="-270" dirty="0"/>
              <a:t>to</a:t>
            </a:r>
            <a:r>
              <a:rPr spc="-484" dirty="0"/>
              <a:t> </a:t>
            </a:r>
            <a:r>
              <a:rPr spc="-95" dirty="0"/>
              <a:t>send</a:t>
            </a:r>
            <a:r>
              <a:rPr spc="-450" dirty="0"/>
              <a:t> </a:t>
            </a:r>
            <a:r>
              <a:rPr spc="-145" dirty="0"/>
              <a:t>email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26120"/>
            <a:ext cx="8005445" cy="418401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800" dirty="0">
                <a:latin typeface="Trebuchet MS"/>
                <a:cs typeface="Trebuchet MS"/>
              </a:rPr>
              <a:t>post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381000">
              <a:lnSpc>
                <a:spcPct val="100000"/>
              </a:lnSpc>
              <a:spcBef>
                <a:spcPts val="390"/>
              </a:spcBef>
            </a:pPr>
            <a:r>
              <a:rPr sz="1800" spc="70" dirty="0">
                <a:latin typeface="Trebuchet MS"/>
                <a:cs typeface="Trebuchet MS"/>
              </a:rPr>
              <a:t>success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565785">
              <a:lnSpc>
                <a:spcPct val="100000"/>
              </a:lnSpc>
              <a:spcBef>
                <a:spcPts val="320"/>
              </a:spcBef>
            </a:pPr>
            <a:r>
              <a:rPr sz="1800" spc="-65" dirty="0">
                <a:latin typeface="Trebuchet MS"/>
                <a:cs typeface="Trebuchet MS"/>
              </a:rPr>
              <a:t>emailext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subject: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"Jenkins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Build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Successful",</a:t>
            </a:r>
            <a:endParaRPr sz="1800">
              <a:latin typeface="Trebuchet MS"/>
              <a:cs typeface="Trebuchet MS"/>
            </a:endParaRPr>
          </a:p>
          <a:p>
            <a:pPr marL="979805" marR="5080">
              <a:lnSpc>
                <a:spcPct val="114700"/>
              </a:lnSpc>
              <a:spcBef>
                <a:spcPts val="75"/>
              </a:spcBef>
            </a:pPr>
            <a:r>
              <a:rPr sz="1800" spc="-50" dirty="0">
                <a:latin typeface="Trebuchet MS"/>
                <a:cs typeface="Trebuchet MS"/>
              </a:rPr>
              <a:t>body: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"Good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news!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The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Jenkins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build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deployment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were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successful.", </a:t>
            </a:r>
            <a:r>
              <a:rPr sz="1800" spc="-95" dirty="0">
                <a:latin typeface="Trebuchet MS"/>
                <a:cs typeface="Trebuchet MS"/>
              </a:rPr>
              <a:t>to: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"</a:t>
            </a:r>
            <a:r>
              <a:rPr sz="18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2"/>
              </a:rPr>
              <a:t>brahmachary873@gmail.com</a:t>
            </a:r>
            <a:r>
              <a:rPr sz="1800" spc="-10" dirty="0">
                <a:latin typeface="Trebuchet MS"/>
                <a:cs typeface="Trebuchet MS"/>
              </a:rPr>
              <a:t>"</a:t>
            </a:r>
            <a:endParaRPr sz="1800">
              <a:latin typeface="Trebuchet MS"/>
              <a:cs typeface="Trebuchet MS"/>
            </a:endParaRPr>
          </a:p>
          <a:p>
            <a:pPr marL="381000">
              <a:lnSpc>
                <a:spcPct val="100000"/>
              </a:lnSpc>
              <a:spcBef>
                <a:spcPts val="395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381000">
              <a:lnSpc>
                <a:spcPct val="100000"/>
              </a:lnSpc>
              <a:spcBef>
                <a:spcPts val="320"/>
              </a:spcBef>
            </a:pPr>
            <a:r>
              <a:rPr sz="1800" spc="-80" dirty="0">
                <a:latin typeface="Trebuchet MS"/>
                <a:cs typeface="Trebuchet MS"/>
              </a:rPr>
              <a:t>failure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565785">
              <a:lnSpc>
                <a:spcPct val="100000"/>
              </a:lnSpc>
              <a:spcBef>
                <a:spcPts val="395"/>
              </a:spcBef>
            </a:pPr>
            <a:r>
              <a:rPr sz="1800" spc="-65" dirty="0">
                <a:latin typeface="Trebuchet MS"/>
                <a:cs typeface="Trebuchet MS"/>
              </a:rPr>
              <a:t>emailext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subject: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"Jenkins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Build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Failed",</a:t>
            </a:r>
            <a:endParaRPr sz="1800">
              <a:latin typeface="Trebuchet MS"/>
              <a:cs typeface="Trebuchet MS"/>
            </a:endParaRPr>
          </a:p>
          <a:p>
            <a:pPr marL="979805" marR="1709420">
              <a:lnSpc>
                <a:spcPts val="2550"/>
              </a:lnSpc>
              <a:spcBef>
                <a:spcPts val="75"/>
              </a:spcBef>
            </a:pPr>
            <a:r>
              <a:rPr sz="1800" spc="-50" dirty="0">
                <a:latin typeface="Trebuchet MS"/>
                <a:cs typeface="Trebuchet MS"/>
              </a:rPr>
              <a:t>body: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"Oops!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The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Jenkins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build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failed.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Check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logs.", </a:t>
            </a:r>
            <a:r>
              <a:rPr sz="1800" spc="-95" dirty="0">
                <a:latin typeface="Trebuchet MS"/>
                <a:cs typeface="Trebuchet MS"/>
              </a:rPr>
              <a:t>to: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"</a:t>
            </a:r>
            <a:r>
              <a:rPr sz="18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2"/>
              </a:rPr>
              <a:t>brahmachary873@gmail.com</a:t>
            </a:r>
            <a:r>
              <a:rPr sz="1800" spc="-10" dirty="0">
                <a:latin typeface="Trebuchet MS"/>
                <a:cs typeface="Trebuchet MS"/>
              </a:rPr>
              <a:t>"</a:t>
            </a:r>
            <a:endParaRPr sz="1800">
              <a:latin typeface="Trebuchet MS"/>
              <a:cs typeface="Trebuchet MS"/>
            </a:endParaRPr>
          </a:p>
          <a:p>
            <a:pPr marL="381000">
              <a:lnSpc>
                <a:spcPct val="100000"/>
              </a:lnSpc>
              <a:spcBef>
                <a:spcPts val="175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96850">
              <a:lnSpc>
                <a:spcPct val="100000"/>
              </a:lnSpc>
              <a:spcBef>
                <a:spcPts val="39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575" y="607377"/>
            <a:ext cx="100203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-200" dirty="0">
                <a:latin typeface="Trebuchet MS"/>
                <a:cs typeface="Trebuchet MS"/>
              </a:rPr>
              <a:t>mail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639191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Trebuchet MS"/>
                <a:cs typeface="Trebuchet MS"/>
              </a:rPr>
              <a:t>Save</a:t>
            </a:r>
            <a:r>
              <a:rPr sz="2750" spc="-14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and</a:t>
            </a:r>
            <a:r>
              <a:rPr sz="2750" spc="-165" dirty="0">
                <a:latin typeface="Trebuchet MS"/>
                <a:cs typeface="Trebuchet MS"/>
              </a:rPr>
              <a:t> </a:t>
            </a:r>
            <a:r>
              <a:rPr sz="2750" spc="-35" dirty="0">
                <a:latin typeface="Trebuchet MS"/>
                <a:cs typeface="Trebuchet MS"/>
              </a:rPr>
              <a:t>build</a:t>
            </a:r>
            <a:r>
              <a:rPr sz="2750" spc="-16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and</a:t>
            </a:r>
            <a:r>
              <a:rPr sz="2750" spc="-16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check</a:t>
            </a:r>
            <a:r>
              <a:rPr sz="2750" spc="-185" dirty="0">
                <a:latin typeface="Trebuchet MS"/>
                <a:cs typeface="Trebuchet MS"/>
              </a:rPr>
              <a:t> </a:t>
            </a:r>
            <a:r>
              <a:rPr sz="2750" spc="-70" dirty="0">
                <a:latin typeface="Trebuchet MS"/>
                <a:cs typeface="Trebuchet MS"/>
              </a:rPr>
              <a:t>the</a:t>
            </a:r>
            <a:r>
              <a:rPr sz="2750" spc="-215" dirty="0">
                <a:latin typeface="Trebuchet MS"/>
                <a:cs typeface="Trebuchet MS"/>
              </a:rPr>
              <a:t> </a:t>
            </a:r>
            <a:r>
              <a:rPr sz="2750" spc="-75" dirty="0">
                <a:latin typeface="Trebuchet MS"/>
                <a:cs typeface="Trebuchet MS"/>
              </a:rPr>
              <a:t>default</a:t>
            </a:r>
            <a:r>
              <a:rPr sz="2750" spc="-175" dirty="0">
                <a:latin typeface="Trebuchet MS"/>
                <a:cs typeface="Trebuchet MS"/>
              </a:rPr>
              <a:t> </a:t>
            </a:r>
            <a:r>
              <a:rPr sz="2750" spc="-20" dirty="0">
                <a:latin typeface="Trebuchet MS"/>
                <a:cs typeface="Trebuchet MS"/>
              </a:rPr>
              <a:t>mail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371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 MT</vt:lpstr>
      <vt:lpstr>Consolas</vt:lpstr>
      <vt:lpstr>Trebuchet MS</vt:lpstr>
      <vt:lpstr>Office Theme</vt:lpstr>
      <vt:lpstr>Jenkins</vt:lpstr>
      <vt:lpstr>Email configuration</vt:lpstr>
      <vt:lpstr>Go to settings</vt:lpstr>
      <vt:lpstr>Jenkins credentials</vt:lpstr>
      <vt:lpstr>Make the configuration</vt:lpstr>
      <vt:lpstr>Basic pipeline scripting</vt:lpstr>
      <vt:lpstr>Set Environment</vt:lpstr>
      <vt:lpstr>Cloning repo</vt:lpstr>
      <vt:lpstr>Build a Docker image</vt:lpstr>
      <vt:lpstr>Push to Docker-Hub</vt:lpstr>
      <vt:lpstr>Deploy with Docker compose</vt:lpstr>
      <vt:lpstr>Post operation to send email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Vamsi Jayamangala</cp:lastModifiedBy>
  <cp:revision>1</cp:revision>
  <dcterms:created xsi:type="dcterms:W3CDTF">2025-04-17T15:01:46Z</dcterms:created>
  <dcterms:modified xsi:type="dcterms:W3CDTF">2025-04-17T15:07:31Z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2025-04-17T00:00:00Z</vt:filetime>
  </property>
  <property fmtid="{D5CDD505-2E9C-101B-9397-08002B2CF9AE}" pid="3" name="LastSaved">
    <vt:filetime>2025-04-17T00:00:00Z</vt:filetime>
  </property>
</Properties>
</file>